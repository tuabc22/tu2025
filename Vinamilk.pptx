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3"/>
  </p:notesMasterIdLst>
  <p:sldIdLst>
    <p:sldId id="261" r:id="rId2"/>
  </p:sldIdLst>
  <p:sldSz cx="6858000" cy="9906000" type="A4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59" d="100"/>
          <a:sy n="59" d="100"/>
        </p:scale>
        <p:origin x="229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1C76D50-84F4-49A8-9033-CE8409E5DEE2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19350" y="1162050"/>
            <a:ext cx="21717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D04F0BE-0588-42B4-A639-36816F609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27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4BC22-9BCA-4283-B6A8-25DB3DD90DDB}" type="datetime1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731E9-B0CA-41F0-B058-51EBF5CEF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49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6B3AD-DEA4-4182-9A52-B0587D69D389}" type="datetime1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731E9-B0CA-41F0-B058-51EBF5CEF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71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5A04-DE7F-45BB-8326-91354CE257D0}" type="datetime1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731E9-B0CA-41F0-B058-51EBF5CEF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574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84CB3-EF85-4EF6-A40B-286D45F1D7A3}" type="datetime1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731E9-B0CA-41F0-B058-51EBF5CEF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919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675F9-11AA-46A0-85A8-811179347BE2}" type="datetime1">
              <a:rPr lang="en-US" smtClean="0"/>
              <a:t>7/1/2025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731E9-B0CA-41F0-B058-51EBF5CEF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634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AC7F8-1D3C-4788-8EBD-362F21140DCC}" type="datetime1">
              <a:rPr lang="en-US" smtClean="0"/>
              <a:t>7/1/2025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731E9-B0CA-41F0-B058-51EBF5CEF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14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17D9F-A052-4B94-860A-83D51B23FAF0}" type="datetime1">
              <a:rPr lang="en-US" smtClean="0"/>
              <a:t>7/1/2025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731E9-B0CA-41F0-B058-51EBF5CEF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587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3C44F-1064-410F-8DAC-627B93C9B47A}" type="datetime1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731E9-B0CA-41F0-B058-51EBF5CEF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09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89F4B-B897-4471-92F1-1A8FA039088B}" type="datetime1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731E9-B0CA-41F0-B058-51EBF5CEF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433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3BDBB-8D61-4A0D-9074-FB5E14D0AEB5}" type="datetime1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731E9-B0CA-41F0-B058-51EBF5CEF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496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7874-F394-48C2-B2C5-D15501AEB27E}" type="datetime1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731E9-B0CA-41F0-B058-51EBF5CEF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641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DEC814-39A9-448E-AC62-DEED6946A34B}" type="datetime1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731E9-B0CA-41F0-B058-51EBF5CEF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84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 flipV="1">
            <a:off x="0" y="1057835"/>
            <a:ext cx="6858000" cy="1793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421282" y="9566031"/>
            <a:ext cx="2444435" cy="181093"/>
          </a:xfr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pPr algn="l"/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aVisBotAI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Series - Page </a:t>
            </a:r>
            <a:fld id="{45A731E9-B0CA-41F0-B058-51EBF5CEFC48}" type="slidenum">
              <a:rPr lang="en-US" sz="1000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1</a:t>
            </a:fld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03299" y="227229"/>
            <a:ext cx="498104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aVisOCR5000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- OCR Inspection System</a:t>
            </a:r>
          </a:p>
          <a:p>
            <a:pPr algn="r"/>
            <a:r>
              <a:rPr lang="en-US" sz="1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tra</a:t>
            </a:r>
            <a:r>
              <a:rPr lang="en-US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 OCR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12" b="9634"/>
          <a:stretch/>
        </p:blipFill>
        <p:spPr>
          <a:xfrm>
            <a:off x="3764876" y="1182269"/>
            <a:ext cx="2991371" cy="40445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73" b="29110"/>
          <a:stretch/>
        </p:blipFill>
        <p:spPr>
          <a:xfrm>
            <a:off x="4691733" y="5254222"/>
            <a:ext cx="926857" cy="445055"/>
          </a:xfrm>
          <a:prstGeom prst="rect">
            <a:avLst/>
          </a:prstGeom>
        </p:spPr>
      </p:pic>
      <p:pic>
        <p:nvPicPr>
          <p:cNvPr id="11" name="Picture 2" descr="Sữa tươi tiệt trùng Cao đạm ít béo Vinamilk Green Farm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96" r="25725"/>
          <a:stretch/>
        </p:blipFill>
        <p:spPr bwMode="auto">
          <a:xfrm>
            <a:off x="987355" y="3932136"/>
            <a:ext cx="478507" cy="9850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https://d8um25gjecm9v.cloudfront.net/store-front-cms/STV_Cao_dam_ID_240_1_1aedd03810.pn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79" t="15720" r="32048" b="15377"/>
          <a:stretch/>
        </p:blipFill>
        <p:spPr bwMode="auto">
          <a:xfrm>
            <a:off x="1447477" y="3957805"/>
            <a:ext cx="497840" cy="9643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https://d8um25gjecm9v.cloudfront.net/store-front-cms/ST_Tiet_trung_FM_100_ID_110_1_7cf49846b1.pn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10" t="17192" r="30668" b="17802"/>
          <a:stretch/>
        </p:blipFill>
        <p:spPr bwMode="auto">
          <a:xfrm>
            <a:off x="2942492" y="4059583"/>
            <a:ext cx="526238" cy="8880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2" descr="https://d8um25gjecm9v.cloudfront.net/store-front-cms/STV_9_loai_hat_ID_180_1_683fc11c27.png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35" t="13325" r="29735" b="13879"/>
          <a:stretch/>
        </p:blipFill>
        <p:spPr bwMode="auto">
          <a:xfrm>
            <a:off x="1990422" y="3973465"/>
            <a:ext cx="479398" cy="9200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8um25gjecm9v.cloudfront.net/store-front-cms/SBTEPS_Optimum_Gold_110_01_e3e164fd3c.png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13" t="20464" r="31896" b="18180"/>
          <a:stretch/>
        </p:blipFill>
        <p:spPr bwMode="auto">
          <a:xfrm>
            <a:off x="2436523" y="4097952"/>
            <a:ext cx="496107" cy="8228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6" descr="https://d8um25gjecm9v.cloudfront.net/store-front-cms/NGK_Nuocep_Collagen_Luu_Tao_01_d138de2b15.pn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74" t="21271" r="37417" b="20575"/>
          <a:stretch/>
        </p:blipFill>
        <p:spPr bwMode="auto">
          <a:xfrm>
            <a:off x="575150" y="3974684"/>
            <a:ext cx="412205" cy="9360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3764876" y="5275700"/>
            <a:ext cx="9268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Trusted by:</a:t>
            </a:r>
          </a:p>
          <a:p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Tin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bởi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50" y="1447838"/>
            <a:ext cx="28981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aVisOCR5000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is a character recognition system for reading text, verifying expiration dates, and inspecting printed characters for defects such as blurring, missing strokes, incorrect characters, and missing text.</a:t>
            </a:r>
            <a:endParaRPr lang="en-US" sz="1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0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aVisOCR5000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đọc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chữ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tra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hạn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tra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kí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mờ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nhòe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nét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mất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nét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sai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thiếu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kí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2487" y="6080219"/>
            <a:ext cx="3416522" cy="348581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0" t="27863" r="9354"/>
          <a:stretch/>
        </p:blipFill>
        <p:spPr>
          <a:xfrm>
            <a:off x="2485649" y="8623719"/>
            <a:ext cx="1462372" cy="83058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1" t="34996" r="8803"/>
          <a:stretch/>
        </p:blipFill>
        <p:spPr>
          <a:xfrm>
            <a:off x="696021" y="8653954"/>
            <a:ext cx="1422237" cy="81574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6021" y="8744241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93088" y="8713848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54" t="44294" r="37119" b="25593"/>
          <a:stretch/>
        </p:blipFill>
        <p:spPr>
          <a:xfrm>
            <a:off x="2833941" y="7896024"/>
            <a:ext cx="1274159" cy="840690"/>
          </a:xfrm>
          <a:prstGeom prst="ellipse">
            <a:avLst/>
          </a:prstGeom>
          <a:ln w="19050">
            <a:solidFill>
              <a:srgbClr val="FF0000"/>
            </a:solidFill>
          </a:ln>
        </p:spPr>
      </p:pic>
      <p:pic>
        <p:nvPicPr>
          <p:cNvPr id="25" name="Picture 2" descr="https://lh7-rt.googleusercontent.com/slidesz/AGV_vUf2NHY43qKE2dGd6yhZ3RFRRVVU9ngAYdeBHH5vInnI0DJtAJXBA0cI-iGoREE5GK1ns_RjWyTFOn_xlDSVvHpf5G9X6-zUjSZIg3CyGJ5lfUzEzyXUdWl2rUjbk6h2BaXXNPWDgYMvcunr8TvOOHM=s2048?key=GEYisYeoO4R4HCljjHV-LNds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67" y="7211644"/>
            <a:ext cx="1577401" cy="10702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https://lh7-rt.googleusercontent.com/slidesz/AGV_vUdmJvFZae-7KVCS3ZVHxx0x1kKkxQG9YrhRA-Rn_c2urMzb281VOZskpD4t6s85KGdl6M_RhMnDw7aCTlD71iomP0GV0l3VhCx1uS1VwY5HiG_eukvHm1op9RPax3vZL-o1cJhVH-0YIGkjDKdrmm0=s2048?key=GEYisYeoO4R4HCljjHV-LNds"/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4" t="8227" r="1995"/>
          <a:stretch/>
        </p:blipFill>
        <p:spPr bwMode="auto">
          <a:xfrm>
            <a:off x="2269291" y="6266116"/>
            <a:ext cx="1586369" cy="10690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Isosceles Triangle 26"/>
          <p:cNvSpPr/>
          <p:nvPr/>
        </p:nvSpPr>
        <p:spPr>
          <a:xfrm rot="5400000">
            <a:off x="768216" y="6291148"/>
            <a:ext cx="195408" cy="115888"/>
          </a:xfrm>
          <a:prstGeom prst="triangl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23864" y="6087482"/>
            <a:ext cx="1329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Defects</a:t>
            </a:r>
          </a:p>
          <a:p>
            <a:pPr algn="just"/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phẩm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lỗi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4265634" y="6309880"/>
            <a:ext cx="195408" cy="115888"/>
          </a:xfrm>
          <a:prstGeom prst="triangl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20967" y="6106214"/>
            <a:ext cx="1530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Features</a:t>
            </a:r>
          </a:p>
          <a:p>
            <a:pPr algn="just"/>
            <a:r>
              <a:rPr lang="en-US" sz="1200" b="1" i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 năng</a:t>
            </a:r>
            <a:endParaRPr lang="en-US" sz="12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229089" y="6874237"/>
            <a:ext cx="23023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High-speed image processing technology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cao</a:t>
            </a:r>
            <a:endParaRPr lang="en-US" sz="1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~ 0.5 mm defect size</a:t>
            </a:r>
          </a:p>
          <a:p>
            <a:pPr algn="just"/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Kích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thước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lỗi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0.5 mm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Multi layers inspection</a:t>
            </a:r>
          </a:p>
          <a:p>
            <a:pPr algn="just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tra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đảm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bảo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1000" i="1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1000" i="1" smtClean="0">
                <a:latin typeface="Arial" panose="020B0604020202020204" pitchFamily="34" charset="0"/>
                <a:cs typeface="Arial" panose="020B0604020202020204" pitchFamily="34" charset="0"/>
              </a:rPr>
              <a:t> lọt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lỗi</a:t>
            </a:r>
            <a:endParaRPr lang="en-US" sz="1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Easy data analysis </a:t>
            </a:r>
          </a:p>
          <a:p>
            <a:pPr algn="just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dễ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dàng</a:t>
            </a:r>
            <a:endParaRPr lang="en-US" sz="1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Auto rejection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phẩm</a:t>
            </a:r>
            <a:endParaRPr lang="en-US" sz="1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406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1626</TotalTime>
  <Words>157</Words>
  <Application>Microsoft Office PowerPoint</Application>
  <PresentationFormat>A4 Paper (210x297 mm)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AVATECH</dc:creator>
  <cp:lastModifiedBy>Quyen Nguyen</cp:lastModifiedBy>
  <cp:revision>128</cp:revision>
  <cp:lastPrinted>2025-02-25T06:31:31Z</cp:lastPrinted>
  <dcterms:created xsi:type="dcterms:W3CDTF">2025-02-22T05:38:23Z</dcterms:created>
  <dcterms:modified xsi:type="dcterms:W3CDTF">2025-07-01T01:47:07Z</dcterms:modified>
</cp:coreProperties>
</file>